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1BEDF-27AF-1751-C732-D7A690A761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9F44B0-4012-A486-2342-4443971586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3CC6D-6B74-1133-172C-9C92C5B5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F5345-EF2E-B572-04F5-373F624A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F67A1-941A-5206-1C12-25A6D6A15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3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F870-2CCF-989F-7F8F-B04F61A6E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00C68-4824-9024-6CE2-CF9205268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A996-59E1-1AC1-DBE2-0C18C171F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3813B-4EFF-F56D-BFF7-81A567BA9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AF0EC-61FD-AC38-793E-21128134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79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87B90-527C-8F5B-E211-92BDBABFD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5F7482-381C-332F-E2D7-566C6C1C7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9BD6E-BB56-2BC7-E489-5EA42352A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04A2E-50CE-D673-7762-D8B986412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EA6C4-A34C-0935-8FA1-95CB97E0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476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1BA81-41E4-052F-7A9C-8DA14704F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F34D2-A7F2-DDAF-77F0-81AA39170D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5D255-DB6C-25AF-C74E-5EFDC96E3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E843B-012E-FF12-B817-3C561582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6C0B9-0EA9-734A-AF74-84BA0614A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27DC6-DB9F-FA6F-690E-F3E00EB1F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02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3FEA-434B-D591-C587-EE4D5622D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70459-B680-2401-F3EF-ECC24B2544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772AB-3F9A-8FEB-21FC-0DD49299D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0DAE8B-20D2-ED6E-380E-CF5B5D747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037948-CE35-ED33-ECCC-01AF334EA2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550631-0CF8-C873-D71A-F70C4B0AA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C557DA-B447-31C7-154B-54298CA2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064DE-FFE6-6670-4922-4A370C5BF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145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4896F-365F-732A-06E9-9440D4F20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5A6D3F-2A0B-CB29-F97A-5311E4C9E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1DF3D-8C10-154B-7FB1-0EE829C4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3B1057-73C5-B240-D211-6542037AA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02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607380-8FA0-2DCC-78BB-1512BE617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FE0434-772F-A167-3A8A-E7A3C6D83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05F3F-A415-A53A-B71D-E4F321E40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77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0646-6626-1155-8CD5-17813BB63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3C625-C742-1D1D-2B05-6D94E19A6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E7AAFD-1265-050D-4BD4-A910E9CD4A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6F28-341C-4A6D-0B9D-69E48A723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9DB60B-70A7-CB39-8502-E7C793F25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0C8FD-B57F-FBDF-F2A1-837F4D51A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6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6058F-0D8A-FE9A-3E28-4B737DB95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11990-8F09-0EF0-F89D-B0C9F9E204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5BAC8-F6AC-6CFC-4C9C-C9E468DCD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5C0C95-4CC7-CC2F-7477-020F7D7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33AD5-F364-7F1D-B0D8-420CD1A1B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48153-23C4-B4C6-3BD0-E89218987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489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6B0C6-2373-8C37-352A-FB67804A0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EDA709-355E-3C98-C18C-D60BDF1487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C1BCC-2FB7-78F8-EFE9-63318F30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AECA5-DEE4-B887-3BB7-FD06D4D28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E9DCA-88FC-50DB-6D55-F2FE6D84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951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F14665-7EA5-9A2B-A4C0-E038BF83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F94CF7-E2E3-BA1D-7C60-888266D53F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3B239-6383-E30A-2153-448E240F6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14E69-6660-31BF-B633-9DB1C01FA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88541-7A38-9FE4-AD05-D2DC3C57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712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BA4AE-7AD0-A267-B381-B7B1058E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8A3F6-51CE-200C-0939-AB520FAB1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88839-D6D8-C87D-42D1-BF28FBBCC4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F36B57-6219-42EF-95D6-D8EB75DF5FA3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05856-2F9D-3E21-F136-EBFED7574F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101A0-DD76-6FCA-1AAB-FDF97E3B38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980BE7-7A82-40BD-8FD5-FBEE0699E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352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A869E-C911-500A-5134-65866E34A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Adaptive LED Strip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948A96-A9C0-7E7D-030C-2245CA82D3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Aidan Cioppa , Michael Percival</a:t>
            </a:r>
          </a:p>
        </p:txBody>
      </p:sp>
    </p:spTree>
    <p:extLst>
      <p:ext uri="{BB962C8B-B14F-4D97-AF65-F5344CB8AC3E}">
        <p14:creationId xmlns:p14="http://schemas.microsoft.com/office/powerpoint/2010/main" val="111268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6D5324-4610-0751-6D5A-4FD72DE46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4200"/>
              <a:t>What is an Adaptive LED Strip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62BCC-9B72-F3AC-D503-1DB044D02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/>
              <a:t>Brightness of LED adapts to the light level of the room it is in</a:t>
            </a:r>
          </a:p>
          <a:p>
            <a:r>
              <a:rPr lang="en-US" sz="2200"/>
              <a:t>On/off toggleable with motion sensors</a:t>
            </a:r>
          </a:p>
          <a:p>
            <a:r>
              <a:rPr lang="en-US" sz="2200"/>
              <a:t>Color adjustable with minor code tweaks</a:t>
            </a:r>
          </a:p>
          <a:p>
            <a:endParaRPr lang="en-US" sz="2200"/>
          </a:p>
          <a:p>
            <a:pPr marL="0" indent="0">
              <a:buNone/>
            </a:pPr>
            <a:endParaRPr lang="en-US" sz="2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093723-8D13-7694-C828-5430B16CA7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530" r="-1" b="2696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5267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B1E84-F3CA-A6B3-2A7C-E863919E0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4CF65-8E59-FEDF-9974-FB09B4296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Adjustable motion detection range/timeout</a:t>
            </a:r>
          </a:p>
          <a:p>
            <a:r>
              <a:rPr lang="en-US" dirty="0"/>
              <a:t>Adjustable color</a:t>
            </a:r>
          </a:p>
          <a:p>
            <a:r>
              <a:rPr lang="en-US" dirty="0"/>
              <a:t>Easily invertible logic, </a:t>
            </a:r>
            <a:r>
              <a:rPr lang="en-US" sz="2400" dirty="0"/>
              <a:t>i.e. light room = bright instead of light room = dark</a:t>
            </a:r>
          </a:p>
          <a:p>
            <a:r>
              <a:rPr lang="en-US" dirty="0"/>
              <a:t>Simple setup and use</a:t>
            </a:r>
          </a:p>
        </p:txBody>
      </p:sp>
    </p:spTree>
    <p:extLst>
      <p:ext uri="{BB962C8B-B14F-4D97-AF65-F5344CB8AC3E}">
        <p14:creationId xmlns:p14="http://schemas.microsoft.com/office/powerpoint/2010/main" val="3454775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639C4-E996-EC28-0627-26AC6228E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Difficulties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D6F24-7C33-75E0-5AFE-4EB09B77A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dirty="0"/>
              <a:t>Insufficient Memory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uno has a small amount of memory and each individual LED in the strip requires about 4 bytes of memory. Due to the necessary size of tasks, this caused all the memory to be used when addressing only 3 LEDs in the strip. Due to this, a board with more memory had to be used in order to allow for ~200 LEDs in the strip to be used with space to build on color toggling in the future	</a:t>
            </a:r>
          </a:p>
        </p:txBody>
      </p:sp>
    </p:spTree>
    <p:extLst>
      <p:ext uri="{BB962C8B-B14F-4D97-AF65-F5344CB8AC3E}">
        <p14:creationId xmlns:p14="http://schemas.microsoft.com/office/powerpoint/2010/main" val="2996345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1A830-550E-C9EA-6FEA-7AD35F1D2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B8BA-178D-EEE2-7F08-D07779F3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Difficulties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BCAF9-66A9-FA2D-3325-BF582F30A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dirty="0"/>
              <a:t>Motion sensor lockout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motion sensor has a short lockout period of around 3 seconds where it cannot read high after a high read. This causes the motion input to not be quickly (less than a second) toggled back-to-back. This is acceptable as it is unlikely you would want to turn it on and off that frequently. A hard 3s lockout was implemented in code to account for this, and has the side effect of preventing accidental toggles as the sensor is very sensitive</a:t>
            </a:r>
          </a:p>
        </p:txBody>
      </p:sp>
    </p:spTree>
    <p:extLst>
      <p:ext uri="{BB962C8B-B14F-4D97-AF65-F5344CB8AC3E}">
        <p14:creationId xmlns:p14="http://schemas.microsoft.com/office/powerpoint/2010/main" val="3245566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C8DCE-DFBF-72C5-A09A-80A58E28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45DB5-CDF0-6CC4-BC5A-76A6BB3C0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Color toggling has begun to be implemented in the codebase. We would like to expand the available color options to toggle through.</a:t>
            </a:r>
          </a:p>
          <a:p>
            <a:pPr marL="0" indent="0">
              <a:buNone/>
            </a:pPr>
            <a:r>
              <a:rPr lang="en-US" dirty="0"/>
              <a:t>After that is implemented, we would look into a sensor that would allow for real time color selection, so you do not need to re-code a new color option. This might take the form of removing on/off toggling but would take some experimenting to figure out what is feasible.</a:t>
            </a:r>
          </a:p>
          <a:p>
            <a:pPr marL="0" indent="0">
              <a:buNone/>
            </a:pPr>
            <a:r>
              <a:rPr lang="en-US" dirty="0"/>
              <a:t>Additional features could include a color change along with brightness change dependent on the room brightness </a:t>
            </a:r>
          </a:p>
        </p:txBody>
      </p:sp>
    </p:spTree>
    <p:extLst>
      <p:ext uri="{BB962C8B-B14F-4D97-AF65-F5344CB8AC3E}">
        <p14:creationId xmlns:p14="http://schemas.microsoft.com/office/powerpoint/2010/main" val="940088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348</Words>
  <Application>Microsoft Office PowerPoint</Application>
  <PresentationFormat>Widescreen</PresentationFormat>
  <Paragraphs>23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Adaptive LED Strip</vt:lpstr>
      <vt:lpstr>What is an Adaptive LED Strip</vt:lpstr>
      <vt:lpstr>Features</vt:lpstr>
      <vt:lpstr>Difficulties </vt:lpstr>
      <vt:lpstr>Difficulties </vt:lpstr>
      <vt:lpstr>Future 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Aidan Cioppa</dc:creator>
  <cp:lastModifiedBy>Aidan Cioppa</cp:lastModifiedBy>
  <cp:revision>1</cp:revision>
  <dcterms:created xsi:type="dcterms:W3CDTF">2025-12-02T18:11:01Z</dcterms:created>
  <dcterms:modified xsi:type="dcterms:W3CDTF">2025-12-02T18:27:28Z</dcterms:modified>
</cp:coreProperties>
</file>