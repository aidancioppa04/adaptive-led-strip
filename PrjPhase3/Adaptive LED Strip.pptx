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idan Cioppa" userId="20366366456_tp_box_2" providerId="OAuth2" clId="{5CCC6DDB-256E-4554-9AAC-9F3DDC3B4F81}"/>
    <pc:docChg chg="custSel addSld modSld sldOrd">
      <pc:chgData name="Aidan Cioppa" userId="20366366456_tp_box_2" providerId="OAuth2" clId="{5CCC6DDB-256E-4554-9AAC-9F3DDC3B4F81}" dt="2025-12-02T18:41:50.205" v="755" actId="20577"/>
      <pc:docMkLst>
        <pc:docMk/>
      </pc:docMkLst>
      <pc:sldChg chg="modSp mod">
        <pc:chgData name="Aidan Cioppa" userId="20366366456_tp_box_2" providerId="OAuth2" clId="{5CCC6DDB-256E-4554-9AAC-9F3DDC3B4F81}" dt="2025-12-02T18:41:04.502" v="674" actId="313"/>
        <pc:sldMkLst>
          <pc:docMk/>
          <pc:sldMk cId="940088511" sldId="261"/>
        </pc:sldMkLst>
        <pc:spChg chg="mod">
          <ac:chgData name="Aidan Cioppa" userId="20366366456_tp_box_2" providerId="OAuth2" clId="{5CCC6DDB-256E-4554-9AAC-9F3DDC3B4F81}" dt="2025-12-02T18:41:04.502" v="674" actId="313"/>
          <ac:spMkLst>
            <pc:docMk/>
            <pc:sldMk cId="940088511" sldId="261"/>
            <ac:spMk id="3" creationId="{B2945DB5-CDF0-6CC4-BC5A-76A6BB3C09A1}"/>
          </ac:spMkLst>
        </pc:spChg>
      </pc:sldChg>
      <pc:sldChg chg="modSp add mod ord">
        <pc:chgData name="Aidan Cioppa" userId="20366366456_tp_box_2" providerId="OAuth2" clId="{5CCC6DDB-256E-4554-9AAC-9F3DDC3B4F81}" dt="2025-12-02T18:39:26.256" v="476"/>
        <pc:sldMkLst>
          <pc:docMk/>
          <pc:sldMk cId="2567889333" sldId="262"/>
        </pc:sldMkLst>
        <pc:spChg chg="mod">
          <ac:chgData name="Aidan Cioppa" userId="20366366456_tp_box_2" providerId="OAuth2" clId="{5CCC6DDB-256E-4554-9AAC-9F3DDC3B4F81}" dt="2025-12-02T18:39:15.110" v="474" actId="20577"/>
          <ac:spMkLst>
            <pc:docMk/>
            <pc:sldMk cId="2567889333" sldId="262"/>
            <ac:spMk id="3" creationId="{615864DB-5339-2BA6-B336-E8A46B8B2078}"/>
          </ac:spMkLst>
        </pc:spChg>
      </pc:sldChg>
      <pc:sldChg chg="modSp add mod">
        <pc:chgData name="Aidan Cioppa" userId="20366366456_tp_box_2" providerId="OAuth2" clId="{5CCC6DDB-256E-4554-9AAC-9F3DDC3B4F81}" dt="2025-12-02T18:41:50.205" v="755" actId="20577"/>
        <pc:sldMkLst>
          <pc:docMk/>
          <pc:sldMk cId="111617555" sldId="263"/>
        </pc:sldMkLst>
        <pc:spChg chg="mod">
          <ac:chgData name="Aidan Cioppa" userId="20366366456_tp_box_2" providerId="OAuth2" clId="{5CCC6DDB-256E-4554-9AAC-9F3DDC3B4F81}" dt="2025-12-02T18:41:50.205" v="755" actId="20577"/>
          <ac:spMkLst>
            <pc:docMk/>
            <pc:sldMk cId="111617555" sldId="263"/>
            <ac:spMk id="3" creationId="{3E62296A-AF24-8E1B-58F1-B6BD282D727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1BEDF-27AF-1751-C732-D7A690A761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99F44B0-4012-A486-2342-4443971586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A93CC6D-6B74-1133-172C-9C92C5B5F7C0}"/>
              </a:ext>
            </a:extLst>
          </p:cNvPr>
          <p:cNvSpPr>
            <a:spLocks noGrp="1"/>
          </p:cNvSpPr>
          <p:nvPr>
            <p:ph type="dt" sz="half" idx="10"/>
          </p:nvPr>
        </p:nvSpPr>
        <p:spPr/>
        <p:txBody>
          <a:bodyPr/>
          <a:lstStyle/>
          <a:p>
            <a:fld id="{B5F36B57-6219-42EF-95D6-D8EB75DF5FA3}" type="datetimeFigureOut">
              <a:rPr lang="en-US" smtClean="0"/>
              <a:t>12/2/2025</a:t>
            </a:fld>
            <a:endParaRPr lang="en-US"/>
          </a:p>
        </p:txBody>
      </p:sp>
      <p:sp>
        <p:nvSpPr>
          <p:cNvPr id="5" name="Footer Placeholder 4">
            <a:extLst>
              <a:ext uri="{FF2B5EF4-FFF2-40B4-BE49-F238E27FC236}">
                <a16:creationId xmlns:a16="http://schemas.microsoft.com/office/drawing/2014/main" id="{F1FF5345-EF2E-B572-04F5-373F624A7C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CF67A1-941A-5206-1C12-25A6D6A15F2C}"/>
              </a:ext>
            </a:extLst>
          </p:cNvPr>
          <p:cNvSpPr>
            <a:spLocks noGrp="1"/>
          </p:cNvSpPr>
          <p:nvPr>
            <p:ph type="sldNum" sz="quarter" idx="12"/>
          </p:nvPr>
        </p:nvSpPr>
        <p:spPr/>
        <p:txBody>
          <a:bodyPr/>
          <a:lstStyle/>
          <a:p>
            <a:fld id="{53980BE7-7A82-40BD-8FD5-FBEE0699ED72}" type="slidenum">
              <a:rPr lang="en-US" smtClean="0"/>
              <a:t>‹#›</a:t>
            </a:fld>
            <a:endParaRPr lang="en-US"/>
          </a:p>
        </p:txBody>
      </p:sp>
    </p:spTree>
    <p:extLst>
      <p:ext uri="{BB962C8B-B14F-4D97-AF65-F5344CB8AC3E}">
        <p14:creationId xmlns:p14="http://schemas.microsoft.com/office/powerpoint/2010/main" val="21782343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EF870-2CCF-989F-7F8F-B04F61A6EC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500C68-4824-9024-6CE2-CF92052687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FDA996-59E1-1AC1-DBE2-0C18C171F958}"/>
              </a:ext>
            </a:extLst>
          </p:cNvPr>
          <p:cNvSpPr>
            <a:spLocks noGrp="1"/>
          </p:cNvSpPr>
          <p:nvPr>
            <p:ph type="dt" sz="half" idx="10"/>
          </p:nvPr>
        </p:nvSpPr>
        <p:spPr/>
        <p:txBody>
          <a:bodyPr/>
          <a:lstStyle/>
          <a:p>
            <a:fld id="{B5F36B57-6219-42EF-95D6-D8EB75DF5FA3}" type="datetimeFigureOut">
              <a:rPr lang="en-US" smtClean="0"/>
              <a:t>12/2/2025</a:t>
            </a:fld>
            <a:endParaRPr lang="en-US"/>
          </a:p>
        </p:txBody>
      </p:sp>
      <p:sp>
        <p:nvSpPr>
          <p:cNvPr id="5" name="Footer Placeholder 4">
            <a:extLst>
              <a:ext uri="{FF2B5EF4-FFF2-40B4-BE49-F238E27FC236}">
                <a16:creationId xmlns:a16="http://schemas.microsoft.com/office/drawing/2014/main" id="{95A3813B-4EFF-F56D-BFF7-81A567BA92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5AF0EC-61FD-AC38-793E-211281347B5E}"/>
              </a:ext>
            </a:extLst>
          </p:cNvPr>
          <p:cNvSpPr>
            <a:spLocks noGrp="1"/>
          </p:cNvSpPr>
          <p:nvPr>
            <p:ph type="sldNum" sz="quarter" idx="12"/>
          </p:nvPr>
        </p:nvSpPr>
        <p:spPr/>
        <p:txBody>
          <a:bodyPr/>
          <a:lstStyle/>
          <a:p>
            <a:fld id="{53980BE7-7A82-40BD-8FD5-FBEE0699ED72}" type="slidenum">
              <a:rPr lang="en-US" smtClean="0"/>
              <a:t>‹#›</a:t>
            </a:fld>
            <a:endParaRPr lang="en-US"/>
          </a:p>
        </p:txBody>
      </p:sp>
    </p:spTree>
    <p:extLst>
      <p:ext uri="{BB962C8B-B14F-4D97-AF65-F5344CB8AC3E}">
        <p14:creationId xmlns:p14="http://schemas.microsoft.com/office/powerpoint/2010/main" val="344479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87B90-527C-8F5B-E211-92BDBABFD4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15F7482-381C-332F-E2D7-566C6C1C7AC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F9BD6E-BB56-2BC7-E489-5EA42352A6E5}"/>
              </a:ext>
            </a:extLst>
          </p:cNvPr>
          <p:cNvSpPr>
            <a:spLocks noGrp="1"/>
          </p:cNvSpPr>
          <p:nvPr>
            <p:ph type="dt" sz="half" idx="10"/>
          </p:nvPr>
        </p:nvSpPr>
        <p:spPr/>
        <p:txBody>
          <a:bodyPr/>
          <a:lstStyle/>
          <a:p>
            <a:fld id="{B5F36B57-6219-42EF-95D6-D8EB75DF5FA3}" type="datetimeFigureOut">
              <a:rPr lang="en-US" smtClean="0"/>
              <a:t>12/2/2025</a:t>
            </a:fld>
            <a:endParaRPr lang="en-US"/>
          </a:p>
        </p:txBody>
      </p:sp>
      <p:sp>
        <p:nvSpPr>
          <p:cNvPr id="5" name="Footer Placeholder 4">
            <a:extLst>
              <a:ext uri="{FF2B5EF4-FFF2-40B4-BE49-F238E27FC236}">
                <a16:creationId xmlns:a16="http://schemas.microsoft.com/office/drawing/2014/main" id="{DC504A2E-50CE-D673-7762-D8B9864128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3EA6C4-A34C-0935-8FA1-95CB97E0D93C}"/>
              </a:ext>
            </a:extLst>
          </p:cNvPr>
          <p:cNvSpPr>
            <a:spLocks noGrp="1"/>
          </p:cNvSpPr>
          <p:nvPr>
            <p:ph type="sldNum" sz="quarter" idx="12"/>
          </p:nvPr>
        </p:nvSpPr>
        <p:spPr/>
        <p:txBody>
          <a:bodyPr/>
          <a:lstStyle/>
          <a:p>
            <a:fld id="{53980BE7-7A82-40BD-8FD5-FBEE0699ED72}" type="slidenum">
              <a:rPr lang="en-US" smtClean="0"/>
              <a:t>‹#›</a:t>
            </a:fld>
            <a:endParaRPr lang="en-US"/>
          </a:p>
        </p:txBody>
      </p:sp>
    </p:spTree>
    <p:extLst>
      <p:ext uri="{BB962C8B-B14F-4D97-AF65-F5344CB8AC3E}">
        <p14:creationId xmlns:p14="http://schemas.microsoft.com/office/powerpoint/2010/main" val="3591476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1BA81-41E4-052F-7A9C-8DA14704F8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3F34D2-A7F2-DDAF-77F0-81AA39170D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635D255-DB6C-25AF-C74E-5EFDC96E34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7E843B-012E-FF12-B817-3C561582CE56}"/>
              </a:ext>
            </a:extLst>
          </p:cNvPr>
          <p:cNvSpPr>
            <a:spLocks noGrp="1"/>
          </p:cNvSpPr>
          <p:nvPr>
            <p:ph type="dt" sz="half" idx="10"/>
          </p:nvPr>
        </p:nvSpPr>
        <p:spPr/>
        <p:txBody>
          <a:bodyPr/>
          <a:lstStyle/>
          <a:p>
            <a:fld id="{B5F36B57-6219-42EF-95D6-D8EB75DF5FA3}" type="datetimeFigureOut">
              <a:rPr lang="en-US" smtClean="0"/>
              <a:t>12/2/2025</a:t>
            </a:fld>
            <a:endParaRPr lang="en-US"/>
          </a:p>
        </p:txBody>
      </p:sp>
      <p:sp>
        <p:nvSpPr>
          <p:cNvPr id="6" name="Footer Placeholder 5">
            <a:extLst>
              <a:ext uri="{FF2B5EF4-FFF2-40B4-BE49-F238E27FC236}">
                <a16:creationId xmlns:a16="http://schemas.microsoft.com/office/drawing/2014/main" id="{2AF6C0B9-0EA9-734A-AF74-84BA0614A5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D27DC6-DB9F-FA6F-690E-F3E00EB1F4D1}"/>
              </a:ext>
            </a:extLst>
          </p:cNvPr>
          <p:cNvSpPr>
            <a:spLocks noGrp="1"/>
          </p:cNvSpPr>
          <p:nvPr>
            <p:ph type="sldNum" sz="quarter" idx="12"/>
          </p:nvPr>
        </p:nvSpPr>
        <p:spPr/>
        <p:txBody>
          <a:bodyPr/>
          <a:lstStyle/>
          <a:p>
            <a:fld id="{53980BE7-7A82-40BD-8FD5-FBEE0699ED72}" type="slidenum">
              <a:rPr lang="en-US" smtClean="0"/>
              <a:t>‹#›</a:t>
            </a:fld>
            <a:endParaRPr lang="en-US"/>
          </a:p>
        </p:txBody>
      </p:sp>
    </p:spTree>
    <p:extLst>
      <p:ext uri="{BB962C8B-B14F-4D97-AF65-F5344CB8AC3E}">
        <p14:creationId xmlns:p14="http://schemas.microsoft.com/office/powerpoint/2010/main" val="1640302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A3FEA-434B-D591-C587-EE4D5622D5F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0170459-B680-2401-F3EF-ECC24B2544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3772AB-3F9A-8FEB-21FC-0DD49299DD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0DAE8B-20D2-ED6E-380E-CF5B5D7477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037948-CE35-ED33-ECCC-01AF334EA27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A550631-0CF8-C873-D71A-F70C4B0AAEF4}"/>
              </a:ext>
            </a:extLst>
          </p:cNvPr>
          <p:cNvSpPr>
            <a:spLocks noGrp="1"/>
          </p:cNvSpPr>
          <p:nvPr>
            <p:ph type="dt" sz="half" idx="10"/>
          </p:nvPr>
        </p:nvSpPr>
        <p:spPr/>
        <p:txBody>
          <a:bodyPr/>
          <a:lstStyle/>
          <a:p>
            <a:fld id="{B5F36B57-6219-42EF-95D6-D8EB75DF5FA3}" type="datetimeFigureOut">
              <a:rPr lang="en-US" smtClean="0"/>
              <a:t>12/2/2025</a:t>
            </a:fld>
            <a:endParaRPr lang="en-US"/>
          </a:p>
        </p:txBody>
      </p:sp>
      <p:sp>
        <p:nvSpPr>
          <p:cNvPr id="8" name="Footer Placeholder 7">
            <a:extLst>
              <a:ext uri="{FF2B5EF4-FFF2-40B4-BE49-F238E27FC236}">
                <a16:creationId xmlns:a16="http://schemas.microsoft.com/office/drawing/2014/main" id="{EBC557DA-B447-31C7-154B-54298CA2A11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3064DE-FFE6-6670-4922-4A370C5BFB03}"/>
              </a:ext>
            </a:extLst>
          </p:cNvPr>
          <p:cNvSpPr>
            <a:spLocks noGrp="1"/>
          </p:cNvSpPr>
          <p:nvPr>
            <p:ph type="sldNum" sz="quarter" idx="12"/>
          </p:nvPr>
        </p:nvSpPr>
        <p:spPr/>
        <p:txBody>
          <a:bodyPr/>
          <a:lstStyle/>
          <a:p>
            <a:fld id="{53980BE7-7A82-40BD-8FD5-FBEE0699ED72}" type="slidenum">
              <a:rPr lang="en-US" smtClean="0"/>
              <a:t>‹#›</a:t>
            </a:fld>
            <a:endParaRPr lang="en-US"/>
          </a:p>
        </p:txBody>
      </p:sp>
    </p:spTree>
    <p:extLst>
      <p:ext uri="{BB962C8B-B14F-4D97-AF65-F5344CB8AC3E}">
        <p14:creationId xmlns:p14="http://schemas.microsoft.com/office/powerpoint/2010/main" val="3952145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4896F-365F-732A-06E9-9440D4F208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25A6D3F-2A0B-CB29-F97A-5311E4C9E439}"/>
              </a:ext>
            </a:extLst>
          </p:cNvPr>
          <p:cNvSpPr>
            <a:spLocks noGrp="1"/>
          </p:cNvSpPr>
          <p:nvPr>
            <p:ph type="dt" sz="half" idx="10"/>
          </p:nvPr>
        </p:nvSpPr>
        <p:spPr/>
        <p:txBody>
          <a:bodyPr/>
          <a:lstStyle/>
          <a:p>
            <a:fld id="{B5F36B57-6219-42EF-95D6-D8EB75DF5FA3}" type="datetimeFigureOut">
              <a:rPr lang="en-US" smtClean="0"/>
              <a:t>12/2/2025</a:t>
            </a:fld>
            <a:endParaRPr lang="en-US"/>
          </a:p>
        </p:txBody>
      </p:sp>
      <p:sp>
        <p:nvSpPr>
          <p:cNvPr id="4" name="Footer Placeholder 3">
            <a:extLst>
              <a:ext uri="{FF2B5EF4-FFF2-40B4-BE49-F238E27FC236}">
                <a16:creationId xmlns:a16="http://schemas.microsoft.com/office/drawing/2014/main" id="{B001DF3D-8C10-154B-7FB1-0EE829C4A20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33B1057-73C5-B240-D211-6542037AADC7}"/>
              </a:ext>
            </a:extLst>
          </p:cNvPr>
          <p:cNvSpPr>
            <a:spLocks noGrp="1"/>
          </p:cNvSpPr>
          <p:nvPr>
            <p:ph type="sldNum" sz="quarter" idx="12"/>
          </p:nvPr>
        </p:nvSpPr>
        <p:spPr/>
        <p:txBody>
          <a:bodyPr/>
          <a:lstStyle/>
          <a:p>
            <a:fld id="{53980BE7-7A82-40BD-8FD5-FBEE0699ED72}" type="slidenum">
              <a:rPr lang="en-US" smtClean="0"/>
              <a:t>‹#›</a:t>
            </a:fld>
            <a:endParaRPr lang="en-US"/>
          </a:p>
        </p:txBody>
      </p:sp>
    </p:spTree>
    <p:extLst>
      <p:ext uri="{BB962C8B-B14F-4D97-AF65-F5344CB8AC3E}">
        <p14:creationId xmlns:p14="http://schemas.microsoft.com/office/powerpoint/2010/main" val="41993027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607380-8FA0-2DCC-78BB-1512BE617994}"/>
              </a:ext>
            </a:extLst>
          </p:cNvPr>
          <p:cNvSpPr>
            <a:spLocks noGrp="1"/>
          </p:cNvSpPr>
          <p:nvPr>
            <p:ph type="dt" sz="half" idx="10"/>
          </p:nvPr>
        </p:nvSpPr>
        <p:spPr/>
        <p:txBody>
          <a:bodyPr/>
          <a:lstStyle/>
          <a:p>
            <a:fld id="{B5F36B57-6219-42EF-95D6-D8EB75DF5FA3}" type="datetimeFigureOut">
              <a:rPr lang="en-US" smtClean="0"/>
              <a:t>12/2/2025</a:t>
            </a:fld>
            <a:endParaRPr lang="en-US"/>
          </a:p>
        </p:txBody>
      </p:sp>
      <p:sp>
        <p:nvSpPr>
          <p:cNvPr id="3" name="Footer Placeholder 2">
            <a:extLst>
              <a:ext uri="{FF2B5EF4-FFF2-40B4-BE49-F238E27FC236}">
                <a16:creationId xmlns:a16="http://schemas.microsoft.com/office/drawing/2014/main" id="{6AFE0434-772F-A167-3A8A-E7A3C6D8382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E005F3F-A415-A53A-B71D-E4F321E40F36}"/>
              </a:ext>
            </a:extLst>
          </p:cNvPr>
          <p:cNvSpPr>
            <a:spLocks noGrp="1"/>
          </p:cNvSpPr>
          <p:nvPr>
            <p:ph type="sldNum" sz="quarter" idx="12"/>
          </p:nvPr>
        </p:nvSpPr>
        <p:spPr/>
        <p:txBody>
          <a:bodyPr/>
          <a:lstStyle/>
          <a:p>
            <a:fld id="{53980BE7-7A82-40BD-8FD5-FBEE0699ED72}" type="slidenum">
              <a:rPr lang="en-US" smtClean="0"/>
              <a:t>‹#›</a:t>
            </a:fld>
            <a:endParaRPr lang="en-US"/>
          </a:p>
        </p:txBody>
      </p:sp>
    </p:spTree>
    <p:extLst>
      <p:ext uri="{BB962C8B-B14F-4D97-AF65-F5344CB8AC3E}">
        <p14:creationId xmlns:p14="http://schemas.microsoft.com/office/powerpoint/2010/main" val="1387277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30646-6626-1155-8CD5-17813BB63D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CE3C625-C742-1D1D-2B05-6D94E19A62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6E7AAFD-1265-050D-4BD4-A910E9CD4A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8E6F28-341C-4A6D-0B9D-69E48A7231A9}"/>
              </a:ext>
            </a:extLst>
          </p:cNvPr>
          <p:cNvSpPr>
            <a:spLocks noGrp="1"/>
          </p:cNvSpPr>
          <p:nvPr>
            <p:ph type="dt" sz="half" idx="10"/>
          </p:nvPr>
        </p:nvSpPr>
        <p:spPr/>
        <p:txBody>
          <a:bodyPr/>
          <a:lstStyle/>
          <a:p>
            <a:fld id="{B5F36B57-6219-42EF-95D6-D8EB75DF5FA3}" type="datetimeFigureOut">
              <a:rPr lang="en-US" smtClean="0"/>
              <a:t>12/2/2025</a:t>
            </a:fld>
            <a:endParaRPr lang="en-US"/>
          </a:p>
        </p:txBody>
      </p:sp>
      <p:sp>
        <p:nvSpPr>
          <p:cNvPr id="6" name="Footer Placeholder 5">
            <a:extLst>
              <a:ext uri="{FF2B5EF4-FFF2-40B4-BE49-F238E27FC236}">
                <a16:creationId xmlns:a16="http://schemas.microsoft.com/office/drawing/2014/main" id="{339DB60B-70A7-CB39-8502-E7C793F259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50C8FD-B57F-FBDF-F2A1-837F4D51AA63}"/>
              </a:ext>
            </a:extLst>
          </p:cNvPr>
          <p:cNvSpPr>
            <a:spLocks noGrp="1"/>
          </p:cNvSpPr>
          <p:nvPr>
            <p:ph type="sldNum" sz="quarter" idx="12"/>
          </p:nvPr>
        </p:nvSpPr>
        <p:spPr/>
        <p:txBody>
          <a:bodyPr/>
          <a:lstStyle/>
          <a:p>
            <a:fld id="{53980BE7-7A82-40BD-8FD5-FBEE0699ED72}" type="slidenum">
              <a:rPr lang="en-US" smtClean="0"/>
              <a:t>‹#›</a:t>
            </a:fld>
            <a:endParaRPr lang="en-US"/>
          </a:p>
        </p:txBody>
      </p:sp>
    </p:spTree>
    <p:extLst>
      <p:ext uri="{BB962C8B-B14F-4D97-AF65-F5344CB8AC3E}">
        <p14:creationId xmlns:p14="http://schemas.microsoft.com/office/powerpoint/2010/main" val="4126066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6058F-0D8A-FE9A-3E28-4B737DB954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BF11990-8F09-0EF0-F89D-B0C9F9E204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075BAC8-F6AC-6CFC-4C9C-C9E468DCDC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5C0C95-4CC7-CC2F-7477-020F7D756551}"/>
              </a:ext>
            </a:extLst>
          </p:cNvPr>
          <p:cNvSpPr>
            <a:spLocks noGrp="1"/>
          </p:cNvSpPr>
          <p:nvPr>
            <p:ph type="dt" sz="half" idx="10"/>
          </p:nvPr>
        </p:nvSpPr>
        <p:spPr/>
        <p:txBody>
          <a:bodyPr/>
          <a:lstStyle/>
          <a:p>
            <a:fld id="{B5F36B57-6219-42EF-95D6-D8EB75DF5FA3}" type="datetimeFigureOut">
              <a:rPr lang="en-US" smtClean="0"/>
              <a:t>12/2/2025</a:t>
            </a:fld>
            <a:endParaRPr lang="en-US"/>
          </a:p>
        </p:txBody>
      </p:sp>
      <p:sp>
        <p:nvSpPr>
          <p:cNvPr id="6" name="Footer Placeholder 5">
            <a:extLst>
              <a:ext uri="{FF2B5EF4-FFF2-40B4-BE49-F238E27FC236}">
                <a16:creationId xmlns:a16="http://schemas.microsoft.com/office/drawing/2014/main" id="{96A33AD5-F364-7F1D-B0D8-420CD1A1BE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F48153-23C4-B4C6-3BD0-E89218987E73}"/>
              </a:ext>
            </a:extLst>
          </p:cNvPr>
          <p:cNvSpPr>
            <a:spLocks noGrp="1"/>
          </p:cNvSpPr>
          <p:nvPr>
            <p:ph type="sldNum" sz="quarter" idx="12"/>
          </p:nvPr>
        </p:nvSpPr>
        <p:spPr/>
        <p:txBody>
          <a:bodyPr/>
          <a:lstStyle/>
          <a:p>
            <a:fld id="{53980BE7-7A82-40BD-8FD5-FBEE0699ED72}" type="slidenum">
              <a:rPr lang="en-US" smtClean="0"/>
              <a:t>‹#›</a:t>
            </a:fld>
            <a:endParaRPr lang="en-US"/>
          </a:p>
        </p:txBody>
      </p:sp>
    </p:spTree>
    <p:extLst>
      <p:ext uri="{BB962C8B-B14F-4D97-AF65-F5344CB8AC3E}">
        <p14:creationId xmlns:p14="http://schemas.microsoft.com/office/powerpoint/2010/main" val="873489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6B0C6-2373-8C37-352A-FB67804A052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8EDA709-355E-3C98-C18C-D60BDF14879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8C1BCC-2FB7-78F8-EFE9-63318F302803}"/>
              </a:ext>
            </a:extLst>
          </p:cNvPr>
          <p:cNvSpPr>
            <a:spLocks noGrp="1"/>
          </p:cNvSpPr>
          <p:nvPr>
            <p:ph type="dt" sz="half" idx="10"/>
          </p:nvPr>
        </p:nvSpPr>
        <p:spPr/>
        <p:txBody>
          <a:bodyPr/>
          <a:lstStyle/>
          <a:p>
            <a:fld id="{B5F36B57-6219-42EF-95D6-D8EB75DF5FA3}" type="datetimeFigureOut">
              <a:rPr lang="en-US" smtClean="0"/>
              <a:t>12/2/2025</a:t>
            </a:fld>
            <a:endParaRPr lang="en-US"/>
          </a:p>
        </p:txBody>
      </p:sp>
      <p:sp>
        <p:nvSpPr>
          <p:cNvPr id="5" name="Footer Placeholder 4">
            <a:extLst>
              <a:ext uri="{FF2B5EF4-FFF2-40B4-BE49-F238E27FC236}">
                <a16:creationId xmlns:a16="http://schemas.microsoft.com/office/drawing/2014/main" id="{326AECA5-DEE4-B887-3BB7-FD06D4D281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8E9DCA-88FC-50DB-6D55-F2FE6D84CF64}"/>
              </a:ext>
            </a:extLst>
          </p:cNvPr>
          <p:cNvSpPr>
            <a:spLocks noGrp="1"/>
          </p:cNvSpPr>
          <p:nvPr>
            <p:ph type="sldNum" sz="quarter" idx="12"/>
          </p:nvPr>
        </p:nvSpPr>
        <p:spPr/>
        <p:txBody>
          <a:bodyPr/>
          <a:lstStyle/>
          <a:p>
            <a:fld id="{53980BE7-7A82-40BD-8FD5-FBEE0699ED72}" type="slidenum">
              <a:rPr lang="en-US" smtClean="0"/>
              <a:t>‹#›</a:t>
            </a:fld>
            <a:endParaRPr lang="en-US"/>
          </a:p>
        </p:txBody>
      </p:sp>
    </p:spTree>
    <p:extLst>
      <p:ext uri="{BB962C8B-B14F-4D97-AF65-F5344CB8AC3E}">
        <p14:creationId xmlns:p14="http://schemas.microsoft.com/office/powerpoint/2010/main" val="1698951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F14665-7EA5-9A2B-A4C0-E038BF83441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6F94CF7-E2E3-BA1D-7C60-888266D53F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73B239-6383-E30A-2153-448E240F6CEF}"/>
              </a:ext>
            </a:extLst>
          </p:cNvPr>
          <p:cNvSpPr>
            <a:spLocks noGrp="1"/>
          </p:cNvSpPr>
          <p:nvPr>
            <p:ph type="dt" sz="half" idx="10"/>
          </p:nvPr>
        </p:nvSpPr>
        <p:spPr/>
        <p:txBody>
          <a:bodyPr/>
          <a:lstStyle/>
          <a:p>
            <a:fld id="{B5F36B57-6219-42EF-95D6-D8EB75DF5FA3}" type="datetimeFigureOut">
              <a:rPr lang="en-US" smtClean="0"/>
              <a:t>12/2/2025</a:t>
            </a:fld>
            <a:endParaRPr lang="en-US"/>
          </a:p>
        </p:txBody>
      </p:sp>
      <p:sp>
        <p:nvSpPr>
          <p:cNvPr id="5" name="Footer Placeholder 4">
            <a:extLst>
              <a:ext uri="{FF2B5EF4-FFF2-40B4-BE49-F238E27FC236}">
                <a16:creationId xmlns:a16="http://schemas.microsoft.com/office/drawing/2014/main" id="{D6914E69-6660-31BF-B633-9DB1C01FA4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288541-7A38-9FE4-AD05-D2DC3C572383}"/>
              </a:ext>
            </a:extLst>
          </p:cNvPr>
          <p:cNvSpPr>
            <a:spLocks noGrp="1"/>
          </p:cNvSpPr>
          <p:nvPr>
            <p:ph type="sldNum" sz="quarter" idx="12"/>
          </p:nvPr>
        </p:nvSpPr>
        <p:spPr/>
        <p:txBody>
          <a:bodyPr/>
          <a:lstStyle/>
          <a:p>
            <a:fld id="{53980BE7-7A82-40BD-8FD5-FBEE0699ED72}" type="slidenum">
              <a:rPr lang="en-US" smtClean="0"/>
              <a:t>‹#›</a:t>
            </a:fld>
            <a:endParaRPr lang="en-US"/>
          </a:p>
        </p:txBody>
      </p:sp>
    </p:spTree>
    <p:extLst>
      <p:ext uri="{BB962C8B-B14F-4D97-AF65-F5344CB8AC3E}">
        <p14:creationId xmlns:p14="http://schemas.microsoft.com/office/powerpoint/2010/main" val="1891712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1BA4AE-7AD0-A267-B381-B7B1058EC5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048A3F6-51CE-200C-0939-AB520FAB13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B88839-D6D8-C87D-42D1-BF28FBBCC4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5F36B57-6219-42EF-95D6-D8EB75DF5FA3}" type="datetimeFigureOut">
              <a:rPr lang="en-US" smtClean="0"/>
              <a:t>12/2/2025</a:t>
            </a:fld>
            <a:endParaRPr lang="en-US"/>
          </a:p>
        </p:txBody>
      </p:sp>
      <p:sp>
        <p:nvSpPr>
          <p:cNvPr id="5" name="Footer Placeholder 4">
            <a:extLst>
              <a:ext uri="{FF2B5EF4-FFF2-40B4-BE49-F238E27FC236}">
                <a16:creationId xmlns:a16="http://schemas.microsoft.com/office/drawing/2014/main" id="{46705856-2F9D-3E21-F136-EBFED7574F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25101A0-DD76-6FCA-1AAB-FDF97E3B38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3980BE7-7A82-40BD-8FD5-FBEE0699ED72}" type="slidenum">
              <a:rPr lang="en-US" smtClean="0"/>
              <a:t>‹#›</a:t>
            </a:fld>
            <a:endParaRPr lang="en-US"/>
          </a:p>
        </p:txBody>
      </p:sp>
    </p:spTree>
    <p:extLst>
      <p:ext uri="{BB962C8B-B14F-4D97-AF65-F5344CB8AC3E}">
        <p14:creationId xmlns:p14="http://schemas.microsoft.com/office/powerpoint/2010/main" val="7413525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A869E-C911-500A-5134-65866E34AFE5}"/>
              </a:ext>
            </a:extLst>
          </p:cNvPr>
          <p:cNvSpPr>
            <a:spLocks noGrp="1"/>
          </p:cNvSpPr>
          <p:nvPr>
            <p:ph type="ctrTitle"/>
          </p:nvPr>
        </p:nvSpPr>
        <p:spPr/>
        <p:txBody>
          <a:bodyPr/>
          <a:lstStyle/>
          <a:p>
            <a:r>
              <a:rPr lang="en-US" dirty="0"/>
              <a:t>Adaptive LED Strip</a:t>
            </a:r>
          </a:p>
        </p:txBody>
      </p:sp>
      <p:sp>
        <p:nvSpPr>
          <p:cNvPr id="3" name="Subtitle 2">
            <a:extLst>
              <a:ext uri="{FF2B5EF4-FFF2-40B4-BE49-F238E27FC236}">
                <a16:creationId xmlns:a16="http://schemas.microsoft.com/office/drawing/2014/main" id="{02948A96-A9C0-7E7D-030C-2245CA82D3DC}"/>
              </a:ext>
            </a:extLst>
          </p:cNvPr>
          <p:cNvSpPr>
            <a:spLocks noGrp="1"/>
          </p:cNvSpPr>
          <p:nvPr>
            <p:ph type="subTitle" idx="1"/>
          </p:nvPr>
        </p:nvSpPr>
        <p:spPr/>
        <p:txBody>
          <a:bodyPr/>
          <a:lstStyle/>
          <a:p>
            <a:r>
              <a:rPr lang="en-US" dirty="0"/>
              <a:t>Aidan Cioppa , Michael Percival</a:t>
            </a:r>
          </a:p>
        </p:txBody>
      </p:sp>
    </p:spTree>
    <p:extLst>
      <p:ext uri="{BB962C8B-B14F-4D97-AF65-F5344CB8AC3E}">
        <p14:creationId xmlns:p14="http://schemas.microsoft.com/office/powerpoint/2010/main" val="1112680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6D5324-4610-0751-6D5A-4FD72DE4676A}"/>
              </a:ext>
            </a:extLst>
          </p:cNvPr>
          <p:cNvSpPr>
            <a:spLocks noGrp="1"/>
          </p:cNvSpPr>
          <p:nvPr>
            <p:ph type="title"/>
          </p:nvPr>
        </p:nvSpPr>
        <p:spPr>
          <a:xfrm>
            <a:off x="640080" y="325369"/>
            <a:ext cx="4368602" cy="1956841"/>
          </a:xfrm>
        </p:spPr>
        <p:txBody>
          <a:bodyPr anchor="b">
            <a:normAutofit/>
          </a:bodyPr>
          <a:lstStyle/>
          <a:p>
            <a:r>
              <a:rPr lang="en-US" sz="4200"/>
              <a:t>What is an Adaptive LED Strip</a:t>
            </a:r>
          </a:p>
        </p:txBody>
      </p:sp>
      <p:sp>
        <p:nvSpPr>
          <p:cNvPr id="1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4562BCC-9B72-F3AC-D503-1DB044D02EFE}"/>
              </a:ext>
            </a:extLst>
          </p:cNvPr>
          <p:cNvSpPr>
            <a:spLocks noGrp="1"/>
          </p:cNvSpPr>
          <p:nvPr>
            <p:ph idx="1"/>
          </p:nvPr>
        </p:nvSpPr>
        <p:spPr>
          <a:xfrm>
            <a:off x="640080" y="2872899"/>
            <a:ext cx="4243589" cy="3320668"/>
          </a:xfrm>
        </p:spPr>
        <p:txBody>
          <a:bodyPr>
            <a:normAutofit/>
          </a:bodyPr>
          <a:lstStyle/>
          <a:p>
            <a:r>
              <a:rPr lang="en-US" sz="2200"/>
              <a:t>Brightness of LED adapts to the light level of the room it is in</a:t>
            </a:r>
          </a:p>
          <a:p>
            <a:r>
              <a:rPr lang="en-US" sz="2200"/>
              <a:t>On/off toggleable with motion sensors</a:t>
            </a:r>
          </a:p>
          <a:p>
            <a:r>
              <a:rPr lang="en-US" sz="2200"/>
              <a:t>Color adjustable with minor code tweaks</a:t>
            </a:r>
          </a:p>
          <a:p>
            <a:endParaRPr lang="en-US" sz="2200"/>
          </a:p>
          <a:p>
            <a:pPr marL="0" indent="0">
              <a:buNone/>
            </a:pPr>
            <a:endParaRPr lang="en-US" sz="2200"/>
          </a:p>
        </p:txBody>
      </p:sp>
      <p:pic>
        <p:nvPicPr>
          <p:cNvPr id="5" name="Picture 4">
            <a:extLst>
              <a:ext uri="{FF2B5EF4-FFF2-40B4-BE49-F238E27FC236}">
                <a16:creationId xmlns:a16="http://schemas.microsoft.com/office/drawing/2014/main" id="{9D093723-8D13-7694-C828-5430B16CA783}"/>
              </a:ext>
            </a:extLst>
          </p:cNvPr>
          <p:cNvPicPr>
            <a:picLocks noChangeAspect="1"/>
          </p:cNvPicPr>
          <p:nvPr/>
        </p:nvPicPr>
        <p:blipFill>
          <a:blip r:embed="rId2"/>
          <a:srcRect t="22530" r="-1" b="2696"/>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952670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B1E84-F3CA-A6B3-2A7C-E863919E0EE6}"/>
              </a:ext>
            </a:extLst>
          </p:cNvPr>
          <p:cNvSpPr>
            <a:spLocks noGrp="1"/>
          </p:cNvSpPr>
          <p:nvPr>
            <p:ph type="title"/>
          </p:nvPr>
        </p:nvSpPr>
        <p:spPr/>
        <p:txBody>
          <a:bodyPr/>
          <a:lstStyle/>
          <a:p>
            <a:r>
              <a:rPr lang="en-US" dirty="0"/>
              <a:t>Features</a:t>
            </a:r>
          </a:p>
        </p:txBody>
      </p:sp>
      <p:sp>
        <p:nvSpPr>
          <p:cNvPr id="3" name="Content Placeholder 2">
            <a:extLst>
              <a:ext uri="{FF2B5EF4-FFF2-40B4-BE49-F238E27FC236}">
                <a16:creationId xmlns:a16="http://schemas.microsoft.com/office/drawing/2014/main" id="{6024CF65-8E59-FEDF-9974-FB09B429686B}"/>
              </a:ext>
            </a:extLst>
          </p:cNvPr>
          <p:cNvSpPr>
            <a:spLocks noGrp="1"/>
          </p:cNvSpPr>
          <p:nvPr>
            <p:ph idx="1"/>
          </p:nvPr>
        </p:nvSpPr>
        <p:spPr/>
        <p:txBody>
          <a:bodyPr/>
          <a:lstStyle/>
          <a:p>
            <a:r>
              <a:rPr lang="en-US" dirty="0"/>
              <a:t>Adjustable motion detection range/timeout</a:t>
            </a:r>
          </a:p>
          <a:p>
            <a:r>
              <a:rPr lang="en-US" dirty="0"/>
              <a:t>Adjustable color</a:t>
            </a:r>
          </a:p>
          <a:p>
            <a:r>
              <a:rPr lang="en-US" dirty="0"/>
              <a:t>Easily invertible logic, </a:t>
            </a:r>
            <a:r>
              <a:rPr lang="en-US" sz="2400" dirty="0"/>
              <a:t>i.e. light room = bright instead of light room = dark</a:t>
            </a:r>
          </a:p>
          <a:p>
            <a:r>
              <a:rPr lang="en-US" dirty="0"/>
              <a:t>Simple setup and use</a:t>
            </a:r>
          </a:p>
        </p:txBody>
      </p:sp>
    </p:spTree>
    <p:extLst>
      <p:ext uri="{BB962C8B-B14F-4D97-AF65-F5344CB8AC3E}">
        <p14:creationId xmlns:p14="http://schemas.microsoft.com/office/powerpoint/2010/main" val="3454775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639C4-E996-EC28-0627-26AC6228E054}"/>
              </a:ext>
            </a:extLst>
          </p:cNvPr>
          <p:cNvSpPr>
            <a:spLocks noGrp="1"/>
          </p:cNvSpPr>
          <p:nvPr>
            <p:ph type="title"/>
          </p:nvPr>
        </p:nvSpPr>
        <p:spPr/>
        <p:txBody>
          <a:bodyPr/>
          <a:lstStyle/>
          <a:p>
            <a:r>
              <a:rPr lang="en-US" dirty="0"/>
              <a:t>Difficulties </a:t>
            </a:r>
          </a:p>
        </p:txBody>
      </p:sp>
      <p:sp>
        <p:nvSpPr>
          <p:cNvPr id="3" name="Content Placeholder 2">
            <a:extLst>
              <a:ext uri="{FF2B5EF4-FFF2-40B4-BE49-F238E27FC236}">
                <a16:creationId xmlns:a16="http://schemas.microsoft.com/office/drawing/2014/main" id="{EA2D6F24-7C33-75E0-5AFE-4EB09B77A060}"/>
              </a:ext>
            </a:extLst>
          </p:cNvPr>
          <p:cNvSpPr>
            <a:spLocks noGrp="1"/>
          </p:cNvSpPr>
          <p:nvPr>
            <p:ph idx="1"/>
          </p:nvPr>
        </p:nvSpPr>
        <p:spPr/>
        <p:txBody>
          <a:bodyPr/>
          <a:lstStyle/>
          <a:p>
            <a:pPr marL="0" indent="0">
              <a:buNone/>
            </a:pPr>
            <a:r>
              <a:rPr lang="en-US" sz="3600" dirty="0"/>
              <a:t>Insufficient Memory</a:t>
            </a:r>
          </a:p>
          <a:p>
            <a:pPr marL="0" indent="0">
              <a:buNone/>
            </a:pPr>
            <a:endParaRPr lang="en-US" dirty="0"/>
          </a:p>
          <a:p>
            <a:pPr marL="0" indent="0">
              <a:buNone/>
            </a:pPr>
            <a:r>
              <a:rPr lang="en-US" dirty="0"/>
              <a:t>The uno has a small amount of memory and each individual LED in the strip requires about 4 bytes of memory. Due to the necessary size of tasks, this caused all the memory to be used when addressing only 3 LEDs in the strip. Due to this, a board with more memory had to be used in order to allow for ~200 LEDs in the strip to be used with space to build on color toggling in the future	</a:t>
            </a:r>
          </a:p>
        </p:txBody>
      </p:sp>
    </p:spTree>
    <p:extLst>
      <p:ext uri="{BB962C8B-B14F-4D97-AF65-F5344CB8AC3E}">
        <p14:creationId xmlns:p14="http://schemas.microsoft.com/office/powerpoint/2010/main" val="2996345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1A830-550E-C9EA-6FEA-7AD35F1D2A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FDB8BA-178D-EEE2-7F08-D07779F32FCC}"/>
              </a:ext>
            </a:extLst>
          </p:cNvPr>
          <p:cNvSpPr>
            <a:spLocks noGrp="1"/>
          </p:cNvSpPr>
          <p:nvPr>
            <p:ph type="title"/>
          </p:nvPr>
        </p:nvSpPr>
        <p:spPr/>
        <p:txBody>
          <a:bodyPr/>
          <a:lstStyle/>
          <a:p>
            <a:r>
              <a:rPr lang="en-US" dirty="0"/>
              <a:t>Difficulties </a:t>
            </a:r>
          </a:p>
        </p:txBody>
      </p:sp>
      <p:sp>
        <p:nvSpPr>
          <p:cNvPr id="3" name="Content Placeholder 2">
            <a:extLst>
              <a:ext uri="{FF2B5EF4-FFF2-40B4-BE49-F238E27FC236}">
                <a16:creationId xmlns:a16="http://schemas.microsoft.com/office/drawing/2014/main" id="{B46BCAF9-66A9-FA2D-3325-BF582F30AB29}"/>
              </a:ext>
            </a:extLst>
          </p:cNvPr>
          <p:cNvSpPr>
            <a:spLocks noGrp="1"/>
          </p:cNvSpPr>
          <p:nvPr>
            <p:ph idx="1"/>
          </p:nvPr>
        </p:nvSpPr>
        <p:spPr/>
        <p:txBody>
          <a:bodyPr/>
          <a:lstStyle/>
          <a:p>
            <a:pPr marL="0" indent="0">
              <a:buNone/>
            </a:pPr>
            <a:r>
              <a:rPr lang="en-US" sz="3600" dirty="0"/>
              <a:t>Motion sensor lockout</a:t>
            </a:r>
          </a:p>
          <a:p>
            <a:pPr marL="0" indent="0">
              <a:buNone/>
            </a:pPr>
            <a:endParaRPr lang="en-US" dirty="0"/>
          </a:p>
          <a:p>
            <a:pPr marL="0" indent="0">
              <a:buNone/>
            </a:pPr>
            <a:r>
              <a:rPr lang="en-US" dirty="0"/>
              <a:t>The motion sensor has a short lockout period of around 3 seconds where it cannot read high after a high read. This causes the motion input to not be quickly (less than a second) toggled back-to-back. This is acceptable as it is unlikely you would want to turn it on and off that frequently. A hard 3s lockout was implemented in code to account for this, and has the side effect of preventing accidental toggles as the sensor is very sensitive</a:t>
            </a:r>
          </a:p>
        </p:txBody>
      </p:sp>
    </p:spTree>
    <p:extLst>
      <p:ext uri="{BB962C8B-B14F-4D97-AF65-F5344CB8AC3E}">
        <p14:creationId xmlns:p14="http://schemas.microsoft.com/office/powerpoint/2010/main" val="3245566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0E96B-CFB3-6E6F-63D4-C36D7FA0C8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13B015-6B6C-9299-C72A-FA19FDA24D12}"/>
              </a:ext>
            </a:extLst>
          </p:cNvPr>
          <p:cNvSpPr>
            <a:spLocks noGrp="1"/>
          </p:cNvSpPr>
          <p:nvPr>
            <p:ph type="title"/>
          </p:nvPr>
        </p:nvSpPr>
        <p:spPr/>
        <p:txBody>
          <a:bodyPr/>
          <a:lstStyle/>
          <a:p>
            <a:r>
              <a:rPr lang="en-US" dirty="0"/>
              <a:t>Future improvements</a:t>
            </a:r>
          </a:p>
        </p:txBody>
      </p:sp>
      <p:sp>
        <p:nvSpPr>
          <p:cNvPr id="3" name="Content Placeholder 2">
            <a:extLst>
              <a:ext uri="{FF2B5EF4-FFF2-40B4-BE49-F238E27FC236}">
                <a16:creationId xmlns:a16="http://schemas.microsoft.com/office/drawing/2014/main" id="{615864DB-5339-2BA6-B336-E8A46B8B2078}"/>
              </a:ext>
            </a:extLst>
          </p:cNvPr>
          <p:cNvSpPr>
            <a:spLocks noGrp="1"/>
          </p:cNvSpPr>
          <p:nvPr>
            <p:ph idx="1"/>
          </p:nvPr>
        </p:nvSpPr>
        <p:spPr/>
        <p:txBody>
          <a:bodyPr/>
          <a:lstStyle/>
          <a:p>
            <a:pPr marL="0" indent="0">
              <a:buNone/>
            </a:pPr>
            <a:r>
              <a:rPr lang="en-US" dirty="0"/>
              <a:t>Color toggling has begun to be implemented in the codebase. We would like to expand the available color options to toggle through</a:t>
            </a:r>
          </a:p>
          <a:p>
            <a:pPr marL="0" indent="0">
              <a:buNone/>
            </a:pPr>
            <a:endParaRPr lang="en-US" dirty="0"/>
          </a:p>
          <a:p>
            <a:pPr marL="0" indent="0">
              <a:buNone/>
            </a:pPr>
            <a:r>
              <a:rPr lang="en-US" dirty="0"/>
              <a:t>Currently the strip is defaulted to red, within the color toggle prototype, the strip will rotate between red, blue, and purple, with each toggle. There is no option to turn strip off however this could be added by having one of the “colors” in the rotation be black (off)</a:t>
            </a:r>
          </a:p>
        </p:txBody>
      </p:sp>
    </p:spTree>
    <p:extLst>
      <p:ext uri="{BB962C8B-B14F-4D97-AF65-F5344CB8AC3E}">
        <p14:creationId xmlns:p14="http://schemas.microsoft.com/office/powerpoint/2010/main" val="25678893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C8DCE-DFBF-72C5-A09A-80A58E280C1A}"/>
              </a:ext>
            </a:extLst>
          </p:cNvPr>
          <p:cNvSpPr>
            <a:spLocks noGrp="1"/>
          </p:cNvSpPr>
          <p:nvPr>
            <p:ph type="title"/>
          </p:nvPr>
        </p:nvSpPr>
        <p:spPr/>
        <p:txBody>
          <a:bodyPr/>
          <a:lstStyle/>
          <a:p>
            <a:r>
              <a:rPr lang="en-US" dirty="0"/>
              <a:t>Future improvements</a:t>
            </a:r>
          </a:p>
        </p:txBody>
      </p:sp>
      <p:sp>
        <p:nvSpPr>
          <p:cNvPr id="3" name="Content Placeholder 2">
            <a:extLst>
              <a:ext uri="{FF2B5EF4-FFF2-40B4-BE49-F238E27FC236}">
                <a16:creationId xmlns:a16="http://schemas.microsoft.com/office/drawing/2014/main" id="{B2945DB5-CDF0-6CC4-BC5A-76A6BB3C09A1}"/>
              </a:ext>
            </a:extLst>
          </p:cNvPr>
          <p:cNvSpPr>
            <a:spLocks noGrp="1"/>
          </p:cNvSpPr>
          <p:nvPr>
            <p:ph idx="1"/>
          </p:nvPr>
        </p:nvSpPr>
        <p:spPr/>
        <p:txBody>
          <a:bodyPr/>
          <a:lstStyle/>
          <a:p>
            <a:pPr marL="0" indent="0">
              <a:buNone/>
            </a:pPr>
            <a:r>
              <a:rPr lang="en-US" dirty="0"/>
              <a:t>After that is implemented, we would look into a sensor that would allow for real time color selection, so you do not need to re-code a new color option. This would likely require a sensor with more precise I/O capabilities but the convenience of adjusting color without having to hard code it in would be fun to investigate</a:t>
            </a:r>
          </a:p>
        </p:txBody>
      </p:sp>
    </p:spTree>
    <p:extLst>
      <p:ext uri="{BB962C8B-B14F-4D97-AF65-F5344CB8AC3E}">
        <p14:creationId xmlns:p14="http://schemas.microsoft.com/office/powerpoint/2010/main" val="9400885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46559-8E24-2CFC-5457-ECD49B7797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C7384D-D86E-7BDC-EC9F-C7D38F088FB2}"/>
              </a:ext>
            </a:extLst>
          </p:cNvPr>
          <p:cNvSpPr>
            <a:spLocks noGrp="1"/>
          </p:cNvSpPr>
          <p:nvPr>
            <p:ph type="title"/>
          </p:nvPr>
        </p:nvSpPr>
        <p:spPr/>
        <p:txBody>
          <a:bodyPr/>
          <a:lstStyle/>
          <a:p>
            <a:r>
              <a:rPr lang="en-US" dirty="0"/>
              <a:t>Future improvements</a:t>
            </a:r>
          </a:p>
        </p:txBody>
      </p:sp>
      <p:sp>
        <p:nvSpPr>
          <p:cNvPr id="3" name="Content Placeholder 2">
            <a:extLst>
              <a:ext uri="{FF2B5EF4-FFF2-40B4-BE49-F238E27FC236}">
                <a16:creationId xmlns:a16="http://schemas.microsoft.com/office/drawing/2014/main" id="{3E62296A-AF24-8E1B-58F1-B6BD282D727C}"/>
              </a:ext>
            </a:extLst>
          </p:cNvPr>
          <p:cNvSpPr>
            <a:spLocks noGrp="1"/>
          </p:cNvSpPr>
          <p:nvPr>
            <p:ph idx="1"/>
          </p:nvPr>
        </p:nvSpPr>
        <p:spPr/>
        <p:txBody>
          <a:bodyPr/>
          <a:lstStyle/>
          <a:p>
            <a:pPr marL="0" indent="0">
              <a:buNone/>
            </a:pPr>
            <a:r>
              <a:rPr lang="en-US" dirty="0"/>
              <a:t>Additional features could include:</a:t>
            </a:r>
          </a:p>
          <a:p>
            <a:pPr marL="0" indent="0">
              <a:buNone/>
            </a:pPr>
            <a:r>
              <a:rPr lang="en-US" dirty="0"/>
              <a:t>A color change along with brightness change dependent on the room brightness </a:t>
            </a:r>
          </a:p>
          <a:p>
            <a:pPr marL="0" indent="0">
              <a:buNone/>
            </a:pPr>
            <a:r>
              <a:rPr lang="en-US" dirty="0"/>
              <a:t>Having an on/off toggle and a color toggle (2 PIR </a:t>
            </a:r>
            <a:r>
              <a:rPr lang="en-US"/>
              <a:t>sensors)</a:t>
            </a:r>
          </a:p>
          <a:p>
            <a:pPr marL="0" indent="0">
              <a:buNone/>
            </a:pPr>
            <a:endParaRPr lang="en-US" dirty="0"/>
          </a:p>
        </p:txBody>
      </p:sp>
    </p:spTree>
    <p:extLst>
      <p:ext uri="{BB962C8B-B14F-4D97-AF65-F5344CB8AC3E}">
        <p14:creationId xmlns:p14="http://schemas.microsoft.com/office/powerpoint/2010/main" val="1116175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434</Words>
  <Application>Microsoft Office PowerPoint</Application>
  <PresentationFormat>Widescreen</PresentationFormat>
  <Paragraphs>29</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Adaptive LED Strip</vt:lpstr>
      <vt:lpstr>What is an Adaptive LED Strip</vt:lpstr>
      <vt:lpstr>Features</vt:lpstr>
      <vt:lpstr>Difficulties </vt:lpstr>
      <vt:lpstr>Difficulties </vt:lpstr>
      <vt:lpstr>Future improvements</vt:lpstr>
      <vt:lpstr>Future improvements</vt:lpstr>
      <vt:lpstr>Future improvements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Aidan Cioppa</dc:creator>
  <cp:lastModifiedBy>Aidan Cioppa</cp:lastModifiedBy>
  <cp:revision>1</cp:revision>
  <dcterms:created xsi:type="dcterms:W3CDTF">2025-12-02T18:11:01Z</dcterms:created>
  <dcterms:modified xsi:type="dcterms:W3CDTF">2025-12-02T18:41:52Z</dcterms:modified>
</cp:coreProperties>
</file>